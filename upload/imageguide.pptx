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3CC6-6885-B58C-0E58-3BF6138A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406F1-A4BB-3D97-3613-029C62D05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5B7C1-A635-7F3B-D717-5678B3A7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E0867-0CB9-B066-A093-9B222D1F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26B7-72B2-A185-C140-055A3EFF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8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1044-36DE-4AD3-166A-0859B51F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2BD2-C5D9-E749-C183-1E4D8D320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53BAA-0338-875F-BA99-8F803E2E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3F38-B564-59E0-EB28-1FC7C9B5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1275-28E5-FA3E-EBA0-AE0A31F0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6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1CED-5130-E469-2BBA-16CD9BD24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32CB0-D3E9-6010-90E4-64EA5F26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838D3-0AB7-E708-C68D-F217F004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1CCA5-E6FA-B151-10A7-0BE9C96D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766A3-2FE7-F767-6A85-8BF8CB17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4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A4DD-3373-C037-8458-9147B83C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C8A5-75C9-82C6-0478-E7F78E212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2263B-FBF9-46FB-846B-68FF2A7CD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F8301-5649-961C-FF4C-E3ABA72B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8327A-6CD2-ED95-9687-2FEF2AD3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A4B1A-7E11-5C94-9150-44AAF767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7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1E94-5F01-BAED-8F92-A90979CB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A470-00E9-524B-7047-A8259495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4F6D2-3160-BE6C-A298-C10CCB64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7A976-6719-B6EB-BA60-597519EC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38218-0BE0-8543-BF38-ED53BC3F3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1BBD1-C41C-E090-D57B-A84E96BD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8696A-8A27-ED86-FC2F-764F5261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C3084-E4B7-A8C7-49A3-60AEEFAD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9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24EA-C582-327C-9DEC-0F6313DA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12E1C-602F-7F8A-FAD1-4E65C0D2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5A043-400D-55E8-3455-8A51E15B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1716C-3660-22C3-9399-8B3FF9C5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7BE30-56CB-CC78-31AD-7AB61E5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DD280-4F91-C25A-7686-79E5C7A9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28E5A-0E44-77FA-5A05-95313F35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5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0837-E9E3-69E0-6ED4-1B99C51E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1EE8-C041-CA2C-A9D7-DA060CF6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6A8B0-B27C-18C7-38BF-B3D01CA2F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B4624-3A0F-4D3B-D74D-7554CA87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A8DC3-B58E-FFAC-43E7-E80C8305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B101E-E56E-8614-6F30-C1B1C318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8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D468-6B72-B208-5415-46502E13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94041-3B72-0AF4-E8F3-45B57A8ED9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BE767-96D7-9998-921E-5AAA76A5C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03614-3297-0D6A-5B5B-BE533BA9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BDDF-B58C-3232-0A72-E15D0E00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5644-3944-1F55-BF9D-5AA0DE2B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9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E3D3-8CA7-266A-0712-92B7302F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BCA73-0FDA-67FC-35C7-FDA202298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B107-CC55-8576-9113-B17D8497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FEA9-89D0-594B-602F-798B377D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DE1DE-7637-4BC7-FA62-21CC9CFE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26276-0070-249C-02CE-B83F6F301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AC1CE-76AC-C6A3-7731-7FD25FC83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4EDE5-6AC9-20AD-15C6-0C90A042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EEF5B-0718-7EA8-066B-9D880A8B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05515-AC4F-E882-ECF6-D2782FAC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D73B1-2B36-662E-EF2A-A1C19F2F4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32EEC-FEED-9C23-2E15-B747AFA28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A3BD3-9385-4C41-1778-6C15150E1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7BC87-BEF3-4075-8041-A8C4A736644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60B4-7026-73DC-D1BE-8818713E1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926EA-D7FA-32EE-0D4E-19E3760E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AC318-79B3-4FC9-AA88-23B2A5279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7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382C0C-5EDB-7779-4C74-292A9585F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981456"/>
            <a:ext cx="3462528" cy="4450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11A1A5-349F-350B-51C7-CA3FE5486EFD}"/>
              </a:ext>
            </a:extLst>
          </p:cNvPr>
          <p:cNvSpPr txBox="1"/>
          <p:nvPr/>
        </p:nvSpPr>
        <p:spPr>
          <a:xfrm>
            <a:off x="1152144" y="1536192"/>
            <a:ext cx="1351652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bg1"/>
                </a:solidFill>
              </a:rPr>
              <a:t>플레이어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1B842-FC45-1398-2C5E-C24EAB1FC786}"/>
              </a:ext>
            </a:extLst>
          </p:cNvPr>
          <p:cNvSpPr txBox="1"/>
          <p:nvPr/>
        </p:nvSpPr>
        <p:spPr>
          <a:xfrm>
            <a:off x="2492992" y="1536192"/>
            <a:ext cx="144302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pPr marL="342900" indent="-342900">
              <a:buAutoNum type="arabicPeriod"/>
            </a:pP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123,456,789 K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57708-5477-C151-9C33-5956A16131FA}"/>
              </a:ext>
            </a:extLst>
          </p:cNvPr>
          <p:cNvSpPr txBox="1"/>
          <p:nvPr/>
        </p:nvSpPr>
        <p:spPr>
          <a:xfrm>
            <a:off x="5764370" y="1462657"/>
            <a:ext cx="36082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좌측과 같은 리더보드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업로드된 </a:t>
            </a:r>
            <a:r>
              <a:rPr lang="en-US" altLang="ko-KR" dirty="0"/>
              <a:t>Leaderboard_1 </a:t>
            </a:r>
            <a:r>
              <a:rPr lang="ko-KR" altLang="en-US" dirty="0"/>
              <a:t>파일 사용 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필요 시 유동적으로 늘어났다 줄어들었다 할수있게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223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2738E-F6B4-5213-7F88-653AF8940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7" y="1250823"/>
            <a:ext cx="5633357" cy="4206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94F9C-B9FD-B56E-3624-13C36E4FE9CB}"/>
              </a:ext>
            </a:extLst>
          </p:cNvPr>
          <p:cNvSpPr txBox="1"/>
          <p:nvPr/>
        </p:nvSpPr>
        <p:spPr>
          <a:xfrm>
            <a:off x="6589870" y="2148457"/>
            <a:ext cx="43067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좌측과 같은 칩 스프라이트 각각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이름은 </a:t>
            </a:r>
            <a:r>
              <a:rPr lang="en-US" altLang="ko-KR" dirty="0"/>
              <a:t>Chip_01 ~~~</a:t>
            </a:r>
            <a:r>
              <a:rPr lang="ko-KR" altLang="en-US" dirty="0"/>
              <a:t> 이런식으로 하면될듯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업로드된 </a:t>
            </a:r>
            <a:r>
              <a:rPr lang="en-US" altLang="ko-KR" dirty="0" err="1"/>
              <a:t>chipimage_bulk</a:t>
            </a:r>
            <a:r>
              <a:rPr lang="en-US" altLang="ko-KR" dirty="0"/>
              <a:t> </a:t>
            </a:r>
            <a:r>
              <a:rPr lang="ko-KR" altLang="en-US" dirty="0"/>
              <a:t>파일 참조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354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59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Yunseo Choi</dc:creator>
  <cp:lastModifiedBy>Yunseo Choi</cp:lastModifiedBy>
  <cp:revision>3</cp:revision>
  <dcterms:created xsi:type="dcterms:W3CDTF">2026-10-21T13:44:05Z</dcterms:created>
  <dcterms:modified xsi:type="dcterms:W3CDTF">2026-10-21T14:52:11Z</dcterms:modified>
</cp:coreProperties>
</file>