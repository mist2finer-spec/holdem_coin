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8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950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C3CC6-6885-B58C-0E58-3BF6138AA0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3406F1-A4BB-3D97-3613-029C62D052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85B7C1-A635-7F3B-D717-5678B3A7F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7BC87-BEF3-4075-8041-A8C4A736644E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0E0867-0CB9-B066-A093-9B222D1FA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E926B7-72B2-A185-C140-055A3EFF1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AC318-79B3-4FC9-AA88-23B2A52791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384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1044-36DE-4AD3-166A-0859B51FD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1F2BD2-C5D9-E749-C183-1E4D8D320C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453BAA-0338-875F-BA99-8F803E2E4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7BC87-BEF3-4075-8041-A8C4A736644E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9C3F38-B564-59E0-EB28-1FC7C9B51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8C1275-28E5-FA3E-EBA0-AE0A31F0A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AC318-79B3-4FC9-AA88-23B2A52791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468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61CED-5130-E469-2BBA-16CD9BD24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432CB0-D3E9-6010-90E4-64EA5F2660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838D3-0AB7-E708-C68D-F217F004A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7BC87-BEF3-4075-8041-A8C4A736644E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C1CCA5-E6FA-B151-10A7-0BE9C96D8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766A3-2FE7-F767-6A85-8BF8CB17E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AC318-79B3-4FC9-AA88-23B2A52791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443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2A4DD-3373-C037-8458-9147B83CB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D1C8A5-75C9-82C6-0478-E7F78E2125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22263B-FBF9-46FB-846B-68FF2A7CD8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7F8301-5649-961C-FF4C-E3ABA72BE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7BC87-BEF3-4075-8041-A8C4A736644E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E8327A-6CD2-ED95-9687-2FEF2AD30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1A4B1A-7E11-5C94-9150-44AAF767D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AC318-79B3-4FC9-AA88-23B2A52791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674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01E94-5F01-BAED-8F92-A90979CBB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D8A470-00E9-524B-7047-A825949582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24F6D2-3160-BE6C-A298-C10CCB643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97A976-6719-B6EB-BA60-597519EC8C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E38218-0BE0-8543-BF38-ED53BC3F3D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01BBD1-C41C-E090-D57B-A84E96BD8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7BC87-BEF3-4075-8041-A8C4A736644E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18696A-8A27-ED86-FC2F-764F52617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BC3084-E4B7-A8C7-49A3-60AEEFAD0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AC318-79B3-4FC9-AA88-23B2A52791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399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424EA-C582-327C-9DEC-0F6313DA9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312E1C-602F-7F8A-FAD1-4E65C0D26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7BC87-BEF3-4075-8041-A8C4A736644E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B5A043-400D-55E8-3455-8A51E15B9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61716C-3660-22C3-9399-8B3FF9C5C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AC318-79B3-4FC9-AA88-23B2A52791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0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77BE30-56CB-CC78-31AD-7AB61E519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7BC87-BEF3-4075-8041-A8C4A736644E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7DD280-4F91-C25A-7686-79E5C7A9E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628E5A-0E44-77FA-5A05-95313F35B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AC318-79B3-4FC9-AA88-23B2A52791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258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60837-E9E3-69E0-6ED4-1B99C51EC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A81EE8-C041-CA2C-A9D7-DA060CF61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46A8B0-B27C-18C7-38BF-B3D01CA2F3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BB4624-3A0F-4D3B-D74D-7554CA87C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7BC87-BEF3-4075-8041-A8C4A736644E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6A8DC3-B58E-FFAC-43E7-E80C83050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6B101E-E56E-8614-6F30-C1B1C318E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AC318-79B3-4FC9-AA88-23B2A52791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787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4D468-6B72-B208-5415-46502E13D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B94041-3B72-0AF4-E8F3-45B57A8ED97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ABE767-96D7-9998-921E-5AAA76A5CF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A03614-3297-0D6A-5B5B-BE533BA9E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7BC87-BEF3-4075-8041-A8C4A736644E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06BDDF-B58C-3232-0A72-E15D0E00D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855644-3944-1F55-BF9D-5AA0DE2B3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AC318-79B3-4FC9-AA88-23B2A52791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194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0E3D3-8CA7-266A-0712-92B7302F1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9BCA73-0FDA-67FC-35C7-FDA2022980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47B107-CC55-8576-9113-B17D8497C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7BC87-BEF3-4075-8041-A8C4A736644E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FFEA9-89D0-594B-602F-798B377DF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ADE1DE-7637-4BC7-FA62-21CC9CFEF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AC318-79B3-4FC9-AA88-23B2A52791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274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826276-0070-249C-02CE-B83F6F301D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5AC1CE-76AC-C6A3-7731-7FD25FC835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84EDE5-6AC9-20AD-15C6-0C90A0420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7BC87-BEF3-4075-8041-A8C4A736644E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EEF5B-0718-7EA8-066B-9D880A8B2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705515-AC4F-E882-ECF6-D2782FAC4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AC318-79B3-4FC9-AA88-23B2A52791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348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6D73B1-2B36-662E-EF2A-A1C19F2F4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A32EEC-FEED-9C23-2E15-B747AFA282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8A3BD3-9385-4C41-1778-6C15150E15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17BC87-BEF3-4075-8041-A8C4A736644E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5060B4-7026-73DC-D1BE-8818713E1E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F926EA-D7FA-32EE-0D4E-19E3760E0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3AC318-79B3-4FC9-AA88-23B2A52791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979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6C0527-1C74-2580-CF0B-249CA93B83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737" y="0"/>
            <a:ext cx="3368332" cy="630228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932BE90-8E52-D3EA-8D63-6AB5B81DEF45}"/>
              </a:ext>
            </a:extLst>
          </p:cNvPr>
          <p:cNvSpPr txBox="1"/>
          <p:nvPr/>
        </p:nvSpPr>
        <p:spPr>
          <a:xfrm>
            <a:off x="6210300" y="2876550"/>
            <a:ext cx="28953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현재 인게임 화면 </a:t>
            </a:r>
            <a:r>
              <a:rPr lang="en-US" altLang="ko-KR" dirty="0"/>
              <a:t>UI </a:t>
            </a:r>
            <a:r>
              <a:rPr lang="ko-KR" altLang="en-US" dirty="0"/>
              <a:t>일부임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1559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731A4ED-85B1-9EFB-0D0A-4BC10E9EE6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658" y="195787"/>
            <a:ext cx="3368332" cy="630228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024AA14-F4DC-C6AD-369F-DEC6B34540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0646" y="195787"/>
            <a:ext cx="2669341" cy="5706318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9DC4B0EC-B5C3-C2BD-DC1B-7D89628B238F}"/>
              </a:ext>
            </a:extLst>
          </p:cNvPr>
          <p:cNvSpPr/>
          <p:nvPr/>
        </p:nvSpPr>
        <p:spPr>
          <a:xfrm>
            <a:off x="726621" y="3864935"/>
            <a:ext cx="790575" cy="10001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76F9CE7-BD03-1A26-ED5F-0631FFB8007D}"/>
              </a:ext>
            </a:extLst>
          </p:cNvPr>
          <p:cNvSpPr txBox="1"/>
          <p:nvPr/>
        </p:nvSpPr>
        <p:spPr>
          <a:xfrm>
            <a:off x="7880879" y="5106841"/>
            <a:ext cx="393463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기존 왼쪽 이미지를 오른쪽 예시 이미지처럼 플레이어의 </a:t>
            </a:r>
            <a:r>
              <a:rPr lang="en-US" altLang="ko-KR" dirty="0"/>
              <a:t>Information</a:t>
            </a:r>
            <a:r>
              <a:rPr lang="ko-KR" altLang="en-US" dirty="0"/>
              <a:t>과 카드가 중간 이미지처럼 보여지게하고싶어 </a:t>
            </a:r>
            <a:r>
              <a:rPr lang="en-US" altLang="ko-KR" dirty="0"/>
              <a:t> (</a:t>
            </a:r>
            <a:r>
              <a:rPr lang="ko-KR" altLang="en-US" dirty="0"/>
              <a:t>가장 우측은  예상하는 예시</a:t>
            </a:r>
            <a:r>
              <a:rPr lang="en-US" altLang="ko-KR" dirty="0"/>
              <a:t>. </a:t>
            </a:r>
            <a:r>
              <a:rPr lang="ko-KR" altLang="en-US" dirty="0"/>
              <a:t>다만 카드가 좀 더 크게 보여지면 좋겠어</a:t>
            </a:r>
            <a:r>
              <a:rPr lang="en-US" altLang="ko-KR" dirty="0"/>
              <a:t>.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D6F1A93-EC7F-E799-1583-50E4133E68C6}"/>
              </a:ext>
            </a:extLst>
          </p:cNvPr>
          <p:cNvSpPr/>
          <p:nvPr/>
        </p:nvSpPr>
        <p:spPr>
          <a:xfrm>
            <a:off x="4360646" y="4139884"/>
            <a:ext cx="913600" cy="100591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057DE7A-B129-C6BA-804C-529C55BCBB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7827"/>
          <a:stretch>
            <a:fillRect/>
          </a:stretch>
        </p:blipFill>
        <p:spPr>
          <a:xfrm>
            <a:off x="7880879" y="2207194"/>
            <a:ext cx="3368332" cy="2657866"/>
          </a:xfrm>
          <a:prstGeom prst="rect">
            <a:avLst/>
          </a:prstGeom>
        </p:spPr>
      </p:pic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02E0C7F8-3EB5-100F-B0BC-A0198E8C6908}"/>
              </a:ext>
            </a:extLst>
          </p:cNvPr>
          <p:cNvSpPr/>
          <p:nvPr/>
        </p:nvSpPr>
        <p:spPr>
          <a:xfrm>
            <a:off x="8229600" y="2343150"/>
            <a:ext cx="950488" cy="914400"/>
          </a:xfrm>
          <a:prstGeom prst="roundRect">
            <a:avLst/>
          </a:prstGeom>
          <a:solidFill>
            <a:srgbClr val="0038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FE6330E-C3E0-3B69-603B-98DFD12ED8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621" t="60184" r="68299" b="25912"/>
          <a:stretch>
            <a:fillRect/>
          </a:stretch>
        </p:blipFill>
        <p:spPr>
          <a:xfrm>
            <a:off x="8005603" y="2448975"/>
            <a:ext cx="741151" cy="1128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9962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D8E15-1208-B8A4-6B46-28FE7C5BE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A1A11F8-8957-B62A-DFB5-2522FA3A25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4287" y="102752"/>
            <a:ext cx="3368332" cy="6302286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2F17D1ED-E94E-A29B-ABCB-50DA4DEF0DC0}"/>
              </a:ext>
            </a:extLst>
          </p:cNvPr>
          <p:cNvSpPr/>
          <p:nvPr/>
        </p:nvSpPr>
        <p:spPr>
          <a:xfrm>
            <a:off x="5991226" y="3762376"/>
            <a:ext cx="419100" cy="5715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A978CD-CB09-6EDB-71BD-EA4D3A2E0CC1}"/>
              </a:ext>
            </a:extLst>
          </p:cNvPr>
          <p:cNvSpPr txBox="1"/>
          <p:nvPr/>
        </p:nvSpPr>
        <p:spPr>
          <a:xfrm>
            <a:off x="7252229" y="3456713"/>
            <a:ext cx="39346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카드가 프로필을 가리는데 프로필 사진 밑에 들어올수있게 조정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0843710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A4577-C0A1-DB05-C020-6BFC214CB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C51CF78-E994-9A62-F506-E2E5139F32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12" y="198002"/>
            <a:ext cx="3368332" cy="6302286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5F4AC931-CC36-FE88-A3E5-B00F204CB84A}"/>
              </a:ext>
            </a:extLst>
          </p:cNvPr>
          <p:cNvSpPr/>
          <p:nvPr/>
        </p:nvSpPr>
        <p:spPr>
          <a:xfrm>
            <a:off x="1228725" y="2777644"/>
            <a:ext cx="1200149" cy="74660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7E5DD7-4D30-2BED-A94F-F6394962AACC}"/>
              </a:ext>
            </a:extLst>
          </p:cNvPr>
          <p:cNvSpPr txBox="1"/>
          <p:nvPr/>
        </p:nvSpPr>
        <p:spPr>
          <a:xfrm>
            <a:off x="7252229" y="3456713"/>
            <a:ext cx="39346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카드가 너무 작아서 안보이므로 좀더 키우는게 좋아보임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우측 이미지는 예상 크기</a:t>
            </a:r>
            <a:endParaRPr lang="en-US" altLang="ko-K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319A60-155D-8F09-5382-D20F0F1685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7570" y="198002"/>
            <a:ext cx="3368332" cy="6302286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CA90479-AF33-1BF1-082C-29105B031F81}"/>
              </a:ext>
            </a:extLst>
          </p:cNvPr>
          <p:cNvSpPr/>
          <p:nvPr/>
        </p:nvSpPr>
        <p:spPr>
          <a:xfrm>
            <a:off x="4876492" y="2851632"/>
            <a:ext cx="950488" cy="577368"/>
          </a:xfrm>
          <a:prstGeom prst="roundRect">
            <a:avLst/>
          </a:prstGeom>
          <a:solidFill>
            <a:srgbClr val="0038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C76FBBF-EBFA-E213-9C6E-F120D0C0AE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057" y="2840278"/>
            <a:ext cx="989774" cy="57736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A380EDE-7086-2A98-C7A9-CE907BAD54B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07" r="36562"/>
          <a:stretch>
            <a:fillRect/>
          </a:stretch>
        </p:blipFill>
        <p:spPr>
          <a:xfrm>
            <a:off x="5611018" y="2840278"/>
            <a:ext cx="578337" cy="577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134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CB98DC-F216-DABF-19D9-92D2B4A0A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337" y="163708"/>
            <a:ext cx="3295713" cy="63659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E36004C-F845-2B47-93E3-B474D26CE0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17" y="246034"/>
            <a:ext cx="3295713" cy="6365931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DD0A876-6073-6E44-1EE5-8FACA2C2F07D}"/>
              </a:ext>
            </a:extLst>
          </p:cNvPr>
          <p:cNvSpPr/>
          <p:nvPr/>
        </p:nvSpPr>
        <p:spPr>
          <a:xfrm>
            <a:off x="5663152" y="1829787"/>
            <a:ext cx="1775147" cy="1192708"/>
          </a:xfrm>
          <a:prstGeom prst="roundRect">
            <a:avLst/>
          </a:prstGeom>
          <a:solidFill>
            <a:srgbClr val="0038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EFEED25-028D-5787-8D40-57DA4DB3E4A5}"/>
              </a:ext>
            </a:extLst>
          </p:cNvPr>
          <p:cNvSpPr txBox="1"/>
          <p:nvPr/>
        </p:nvSpPr>
        <p:spPr>
          <a:xfrm>
            <a:off x="8331359" y="2541649"/>
            <a:ext cx="393463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왼쪽은 현재 결과사진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결과가  잘 안보이므로 우측과 같은 예상 이미지로 나와야함 </a:t>
            </a:r>
            <a:endParaRPr lang="en-US" altLang="ko-KR" dirty="0"/>
          </a:p>
          <a:p>
            <a:r>
              <a:rPr lang="en-US" altLang="ko-KR" dirty="0"/>
              <a:t>(</a:t>
            </a:r>
            <a:r>
              <a:rPr lang="ko-KR" altLang="en-US" dirty="0"/>
              <a:t>프로필사진</a:t>
            </a:r>
            <a:r>
              <a:rPr lang="en-US" altLang="ko-KR" dirty="0"/>
              <a:t>+</a:t>
            </a:r>
            <a:r>
              <a:rPr lang="ko-KR" altLang="en-US" dirty="0"/>
              <a:t>아래에 닉네임</a:t>
            </a:r>
            <a:r>
              <a:rPr lang="en-US" altLang="ko-KR" dirty="0"/>
              <a:t>),(</a:t>
            </a:r>
            <a:r>
              <a:rPr lang="ko-KR" altLang="en-US" dirty="0"/>
              <a:t>해당 플레이어 핸드</a:t>
            </a:r>
            <a:r>
              <a:rPr lang="en-US" altLang="ko-KR" dirty="0"/>
              <a:t>) , (</a:t>
            </a:r>
            <a:r>
              <a:rPr lang="ko-KR" altLang="en-US" dirty="0"/>
              <a:t>이외에 탑</a:t>
            </a:r>
            <a:r>
              <a:rPr lang="en-US" altLang="ko-KR" dirty="0"/>
              <a:t>3 </a:t>
            </a:r>
            <a:r>
              <a:rPr lang="ko-KR" altLang="en-US" dirty="0"/>
              <a:t>커뮤니티카드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ko-KR" altLang="en-US" dirty="0"/>
              <a:t>쇼다운 </a:t>
            </a:r>
            <a:r>
              <a:rPr lang="en-US" altLang="ko-KR" dirty="0"/>
              <a:t>3</a:t>
            </a:r>
            <a:r>
              <a:rPr lang="ko-KR" altLang="en-US" dirty="0"/>
              <a:t>명 이상이여도 탑</a:t>
            </a:r>
            <a:r>
              <a:rPr lang="en-US" altLang="ko-KR" dirty="0"/>
              <a:t>3 </a:t>
            </a:r>
            <a:r>
              <a:rPr lang="ko-KR" altLang="en-US" dirty="0"/>
              <a:t>유저만 출력</a:t>
            </a:r>
            <a:r>
              <a:rPr lang="en-US" altLang="ko-KR" dirty="0"/>
              <a:t>. </a:t>
            </a:r>
            <a:r>
              <a:rPr lang="ko-KR" altLang="en-US" dirty="0"/>
              <a:t>폴드한사람은 당연히 안나옴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380182B-A99A-59FF-2EDC-FA0D9DBD0C25}"/>
              </a:ext>
            </a:extLst>
          </p:cNvPr>
          <p:cNvSpPr/>
          <p:nvPr/>
        </p:nvSpPr>
        <p:spPr>
          <a:xfrm>
            <a:off x="4770092" y="1412262"/>
            <a:ext cx="3295713" cy="3750288"/>
          </a:xfrm>
          <a:prstGeom prst="rect">
            <a:avLst/>
          </a:prstGeom>
          <a:solidFill>
            <a:schemeClr val="tx1">
              <a:alpha val="4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1623BF-A049-0CAE-04AE-6840A0F649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7253" y="4376817"/>
            <a:ext cx="1379340" cy="80016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3368735-763D-4EAB-2E67-7AD25808355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07" r="36562"/>
          <a:stretch>
            <a:fillRect/>
          </a:stretch>
        </p:blipFill>
        <p:spPr>
          <a:xfrm>
            <a:off x="5745283" y="1485027"/>
            <a:ext cx="649277" cy="64818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1E04C01-7D47-6175-5F48-D72EB4065D9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07" r="36562"/>
          <a:stretch>
            <a:fillRect/>
          </a:stretch>
        </p:blipFill>
        <p:spPr>
          <a:xfrm>
            <a:off x="5737646" y="2087434"/>
            <a:ext cx="649277" cy="64818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A589CD3-3C05-DE5C-BF41-487D6A14E6A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07" r="36562"/>
          <a:stretch>
            <a:fillRect/>
          </a:stretch>
        </p:blipFill>
        <p:spPr>
          <a:xfrm>
            <a:off x="5745283" y="2750059"/>
            <a:ext cx="649277" cy="64818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C298E53-BBD5-9C70-7BC7-B323C05104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8588" y="1572701"/>
            <a:ext cx="459967" cy="55623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965651E7-7C35-10A9-25AF-0D4B995E7E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9510" y="2185686"/>
            <a:ext cx="459967" cy="556239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1E5FE5E8-EB55-46CF-A225-2EE72F4E78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0430" y="2842009"/>
            <a:ext cx="459967" cy="556239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491C6A55-F8D8-3F89-7D07-55C824EE6B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2975" y="1509553"/>
            <a:ext cx="1150774" cy="671285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E3AF3CA8-74CB-2214-B0F3-BA837F786F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2975" y="2111926"/>
            <a:ext cx="1150774" cy="671285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DAC10F86-ED69-976A-3285-EC0B0425B6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2975" y="2757715"/>
            <a:ext cx="1150774" cy="671285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62C52E12-B9B3-2842-51D3-CB057D368B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66686" y="3405358"/>
            <a:ext cx="2187063" cy="967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4162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91</Words>
  <Application>Microsoft Office PowerPoint</Application>
  <PresentationFormat>Widescreen</PresentationFormat>
  <Paragraphs>12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Yunseo Choi</dc:creator>
  <cp:lastModifiedBy>Yunseo Choi</cp:lastModifiedBy>
  <cp:revision>1</cp:revision>
  <dcterms:created xsi:type="dcterms:W3CDTF">2026-10-21T13:44:05Z</dcterms:created>
  <dcterms:modified xsi:type="dcterms:W3CDTF">2026-10-21T14:15:27Z</dcterms:modified>
</cp:coreProperties>
</file>